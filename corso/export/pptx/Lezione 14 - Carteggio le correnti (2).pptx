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14. Esercizi ufficiali 5.4.1 (carta 5/D, 18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ufficiali di navigazione. 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1° problema della corrente: 5.2.1-1, 5.3.1-7, 5.3.1-9, 5.4.1-4, 5.4.1-8, 5.4.1-17, 5.4.1-18, 5.7.1-2, 5.8.1-2; 2° problema della corrente: 5.1.1-6, 5.2.1-2, 5.2.1-4, 5.3.1-10, 5.4.1-2, 5.4.1-6, 5.4.1-7, 5.4.1-11, 5.4.1-12, 5.5.1-1, 5.6.1-1, 5.8.1-4, 5.8.1-6; 3° problema della corrente: 5.1.1-1, 5.2.1-3, 5.3.1-5, 5.3.1-6, 5.4.1-1, 5.4.1-13, 5.4.1-14, 5.8.1-1; 4° problema della corrente: 5.1.1-2, 5.1.1-4, 5.2.1-5, 5.3.1-1, 5.3.1-2, 5.3.1-3, 5.3.1-4, 5.3.1-8, 5.4.1-3, 5.4.1-5, 5.4.1-10, 5.4.1-15, 5.4.1-16, 5.5.1-3, 5.6.1-2, 5.7.1-1, 5.8.1-3, 5.8.1-5; 4° + 3° problema della corrente: 5.1.1-5, 5.4.1-9, 5.5.1-2. Promemoria degli strumenti di base, spiegati per intero nella lezione 10 (slide «Gli strumenti di base») e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Ripasso in 3-4 minuti di quanto spiegato nella lezione 13 (slide del triangolo delle velocità, dei quattro problemi e del 3° problema). Numerazione dei manuali: 1° 9 esercizi, 2° 13, 3° 8, 4° 18, combinati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5.4.1-9 (Vp da tenere), 5.4.1-10 e -16 (velocità della corrente), 5.4.1-18 (Ve). Il tempo si converte sempre in ore e minuti: 0,38 h = 23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1.7.7-6 → a) sì, solo la longitudine.; 1.7.7-8 → a) prora vera dell'unità e si misura in senso 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torre di Punta Avoltore per 030° e torre di Torre Ciana per 321°. B: 3 mg a nord del faro di Punta del Fenaio. Da A a B 14,2 mg in 1h30m: sul fondo 9,4 kn per 294°. Togli la corrente (158°, 2 kn): Pv = 301°, Vp 11,0 kn. Risultato: Pv 301°.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Talamone per 305° a 0,5 mg (B è a SE del faro). Rotta A-B 042°, 13,0 mg. Triangolo con Vp 7 e corrente 075°/3 kn: Pv 029°, Ve 9,3 kn. Tempo 1h23m: arrivo alle 11h08m. Risultato: arrivo 11h08m.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Lividonia per sud a 2,2 mg, quindi A è 2,2 mg a nord del faro. Stimato alle 13h00m: 9 mg per 292° (1h30m a 6 kn). Dallo stimato al GPS: 1,5 mg in 1h30m, Vc = 1,0 kn. Risultato: Vc 1,0 kn.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2000: 0°30′ + 6 × 7′ = 1°12′E, circa +1°; δ = −4°: V = −3°. C: Fenaio per Rilb 195° = Rilv 192°, Lividonia per Rilb 107° = Rilv 104°. A: sul rilevamento 119° del Fenaio, alla batimetrica dei 200 m (circa 4,8 mg dal faro). La rotta vera è la congiungente A-C: Rv 058°. Risultato: Rv 058°.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047° e Lividonia per 152°. Stimato alle 13h30m: 6,0 mg per 243° (1h12m a 5 kn). Dallo stimato al GPS: Dc = 127°. Risultato: Dc 127°.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Formica Grande per est a 4,6 mg, cioè 4,6 mg a ovest del faro. Rotta A-B 286°, 7,9 mg. Con Vp 6 e corrente 048°/2,2 kn: Pv 268°, Ve 4,5 kn. Tempo 1h45m: arrivo alle 14h45m. Risultato: arrivo 14h45m.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1.7.5-46 → c) 5,50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124° a 2,4 mg; B: Fenaio per 153° a 1 mg. Rotta A-B 173°, 11,9 mg. Con Vp 10 e corrente 048°/2,2 kn: Pv 183°, Ve 8,6 kn. Tempo 1h23m: arrivo alle 13h23m. Risultato: arrivo 13h23m.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333° a 2,1 mg. In un'ora: 8 mg per 068° più 3,2 mg verso sud. Rv = 092° (Ve 7,4 kn). Gli altri dati della traccia non servono per la rotta. Risultato: Rv 092°.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La corrente ha portato la barca dallo stimato al GPS in 2 ore: Dc 111°, Vc 1,5 kn. Da A a Talamone: 14,8 mg in 3 ore, sul fondo 4,9 kn per 058°. Togli la corrente: Vp = 4,2 kn (Pv 041°). Risultato: Vp 4,2 kn.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053° e Lividonia per 150°. Stimato dopo 45 minuti: 7,5 mg per 230°. B: Fenaio a sinistra per ρ 30°: Rilv = 230° − 30° = 200°, a 3,5 mg. Dallo stimato a B: 1,2 mg in 45 minuti, Vc = 1,6 kn. Risultato: Vc 1,6 kn.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300°, Vp 7,2 kn, corrente verso sud 2 kn. Triangolo: da A la corrente (2 mg per 180°); dalla punta il compasso di 7,2 mg taglia la rotta. Pv = 314° (Ve 6,0 kn): la prora va verso nord per compensare. Risultato: Pv 314°.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130°. Corrente verso nord 1,5 kn, Vp 7 kn. Pv = 140° (Ve 5,9 kn). Risultato: Pv 140°.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1.7.7-12 → c) deviato il percorso dell'unità a causa dell'azione del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sull'allineamento torre di Cala di Forno - Formica Grande, dove Poggio Raso si vede per 098°. A-B 9,0 mg in 1h30m: sul fondo 6,0 kn per 280°. Togli la corrente (145°, 1,5 kn): Pv = 288° (Vp 7,1 kn). Risultato: Pv 288°.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fanale rosso di Piombino per 243° a 0,4 mg. A-B 9,3 mg in 40 minuti: sul fondo 13,9 kn per 141°. Togli la corrente (192°, 3 kn): Pv = 130° (Vp 12,3 kn). Risultato: Pv 130°.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lo Sparviero si vede per nord a 3 mg, quindi A è 3 mg a sud. Stimato alle 04h26m: 11,0 mg per 161° (1h06m a 10 kn). Osservato: Formica Grande per 124° a 2,4 mg. Dallo stimato all'osservato: Dc = 051°. Risultato: Dc 051°.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18h45m: 5,3 mg per 076°. Dallo stimato al GPS: 1,9 mg in 45 minuti. Vc = 2,5 kn (Dc 026°). Risultato: Vc 2,5 kn.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5 mg per 063° più 1,5 mg verso sud: Rv 080°, Ve 4,5 kn. B: dove il Fenaio si vede per 150°, sulla rotta vera. 8,5 mg: 1h53m, arrivo alle 19h53m. Risultato: arrivo 19h53m.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Monte della Fortezza per 160° a 3,9 mg. In un'ora: 5 mg per 038° più 2 mg per 095°. Ve = 6,3 kn (Rv 053°). Risultato: Ve 6,3 kn.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1.7.6-6 → a) il punto nave costiero risulta tanto più preciso quanto più affidabili sono gli strumenti utilizzati per la sua determinazione, nonché il metodo impiegato e l'esperienza marinaresca del navigante.; 1.7.6-30 → c) 135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1.7.7-16 → c) è indifferente e non dipende dal tipo di scafo o esposizione dell'opera morta.;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1.7.7-17 → a) reale rispetto al fondo marino.;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1.7.7-15 → a) unicamente dal suo propulsore-elica.; 1.7.7-18 → c) lo spostamento laterale che avviene rispettivamente a dritta o a sinistra rispetto alla prora della nave.; 1.7.7-21 → c) su tutte le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1.7.5-14 → a) a un miglio marino percorso in un'ora.; 1.7.5-17 → a) T = S / V, dove S si esprime in miglia nautiche e V in nodi (miglia nautiche orarie).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1.7.5-15 → b) V = S / T, dove S si esprime in miglia nautiche e T in ore e decimi di ora.; 1.7.5-18 → a) squadrette nautiche e parallele.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1.7.5-16 → c) S = V * T, dove V si esprime in nodi (miglia nautiche orarie) e T in ore e decimi di ora.; 1.7.5-19 → a) al calcolo delle distanze e all'individuazione delle coordinate geografiche.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1.7.6-10 → c) l'asse longitudinale dell'unità e la congiungente unità- oggetto osservato, contato da 000° a 180° verso dritta o sinistra dell'unità stessa.; 1.7.6-14 → b) è il luogo di posizione rappresentato da una circonferenza lungo la quale tutti gli osservatori, nel medesimo istante, misurano la stessa differenza di rilevamento di due distinti punti cospicui sulla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1.7.6-11 → a) 0° oppure 180°.; 1.7.6-34 → a) a Est del faro.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1.7.6-9 → a) da 000° a 360° gradi in senso orario a partire dall'asse longitudinale dell'unità.; 1.7.6-12 → b) al tracciamento degli angoli di rotta e dei rilevamenti.; 1.7.6-36 → c) 270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1.7.2-23 → c) 1:5.000.; 1.7.2-28 → a) che il punto di proiezione è situato al centro della Terra.; 1.7.2-34 → b) non è utilizzabile oltre i 70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1.7.2-26 → c) no, perché oltre a non essere aggiornate non sono documenti ufficiali.; 1.7.2-30 → c) il compasso, possibilmente a punte secche, serve per misurare o riportare distanze.; 1.7.2-36 → b) è l'edizione di una rappresentazione già esistente che contiene modifiche essenziali per la sicurezza della navigazione ovvero qualunque altra modifica non apportabile mediante aggiornamento tramite Avvisi ai Naviganti (AA.NN.).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1.7.2-27 → a) in quanto la lunghezza del primo di latitudine diviene infinita in prossimità dei Poli.; 1.7.2-33 → b) 90 gradi.; 1.7.2-46 → a) lossodromica.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5.4.1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