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Lezione 13. Esercizi ufficiali 5.1.1-5.3.1 (carta 5/D, 21 esercizi) dell'Allegato A al DD 131/2022. Carte ridisegnate da OpenStreetMap; all'esame si lavora sulle carte dell'IIM.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Come nelle lezioni 10-12: per ogni esercizio una slide con la traccia e una con il tracciamento, con il nostro risultato e la forchetta ufficiale.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1.7.7-24, -25, -27 (deriva e corrente). In carteggio si disegna un'ora di moto: un vettore lungo Vp miglia per la prora, uno lungo Vc miglia per la corrente. La terza lato è Rv e 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Esempio 5.1.1-2: stimato e osservato a Capo d'Enfola; Dc 225°. Attenzione al verso: dallo stimato verso l'osservato, non il contrario.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Ogni esercizio di corrente è uno di questi quattro casi o una loro combinazione (per esempio 5.4.1-2: prima la Pv per andare in B, poi l'ora di arrivo con la Ve).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1.7.7-24 → a) la deriva è il movimento dovuto alla presenza di correnti.; 1.7.7-25 → a) l’effetto perturbatore prodotto dalla corrente marina sul moto dell’unità.; 1.7.7-27 → b) all'effetto della corrente.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Vp=9 ÷ 11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B: il monumento si vede per 127° a 2,9 mg, quindi B è 2,9 mg per 307° dal monumento. A-B = 4,7 mg in 30 minuti: la velocità sul fondo deve essere 9,3 kn per 048°. Triangolo: dalla velocità sul fondo togli la corrente (180°, 2 kn): il vettore che resta è la velocità propria. Vp = 10,8 kn, con prora 040°. Risultato: Vp 10,8 kn. Ufficiale: Vp=9 ÷ 11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Dc=221° ÷ 227°.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Polveraia per 112° a 1,8 mg, cioè 1,8 mg per 292° dal faro. Punto stimato alle 09h18m: 6,8 mg per 350° (48 minuti a 8,5 kn). La corrente va dal punto stimato al punto osservato B. Dc = 225°; Vc = 2,9 mg in 48′ = 3,6 kn. Risultato: Dc 225°. Ufficiale: Dc=221° ÷ 227°.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Tempo di navigazione 1h14m ÷ 1h20m.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Punto nave: sull'allineamento Portoferraio-Scoglietto, 3 mg oltre lo Scoglietto. Lo stimato è 2,5 mg a SW del calcolato: la corrente va verso NE (045°) e in 1h15m ha fatto 2,5 mg: Vc = 2 kn. Rotta per Salivoli 069°, 8,9 mg. Con Vp 5 kn e la corrente: Pv 078°, Ve 6,8 kn. Tempo = 8,9 / 6,8 = 1h19m. Risultato: 1h19m. Ufficiale: Tempo di navigazione 1h14m ÷ 1h20m.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Dc=027° ÷ 033°.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Stimato alle 09h40m: 7,6 mg per 260° (1h10m a 6,5 kn). Osservato B: Punta Morcone per 035° e Capo Poro per 310°. Dallo stimato all'osservato: Dc = 028°, 1,2 mg in 1h10m (Vc 1,0 kn). Risultato: Dc 028°. Ufficiale: Dc=027° ÷ 033°.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Dc=288° ÷ 294°.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Da A a Punta Falcone: 22,7 mg in 3h30m. Alle 09h30m (1h30m) lo stimato è ai 3/7 della rotta. Osservato B: Monte Poppe per 130° e Polveraia per 203°. Dallo stimato all'osservato: Dc = 289° (2,3 mg in 1h30m). Risultato: Dc 289°. Ufficiale: Dc=288° ÷ 294°.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Ora di arrivo 11h05m ÷ 11h11m.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Rotta per Fetovaia: 333°, 5,1 mg. Triangolo con Vp 4 kn e corrente 270°/2 kn: Pv 359°, Ve 4,5 kn. Tempo 5,1 / 4,5 = 1h08m: arrivo alle 11h08m. Risultato: arrivo 11h08m. Ufficiale: Ora di arrivo 11h05m ÷ 11h11m.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42°39’,1N ÷ 42°39’,7N Long 010°44’,2E ÷ 010°44’,8E.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V = −3°: Pv = 160°. In 2 ore: 12 mg per 160° (moto proprio) e 4 mg per 315° (corrente verso NW). Il punto nave delle 11h00m è la punta del secondo vettore. Risultato: 42°39,4′N · 010°44,5′E. Ufficiale: Lat 42°39’,1N ÷ 42°39’,7N Long 010°44’,2E ÷ 010°44’,8E.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Ora arrivo 11h19m ÷ 11h24m.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Rotta per Castiglione: 059°, 10,8 mg. Con Vp 6 kn e corrente 059°/2 kn: Pv 059°, Ve 8,0 kn. Tempo 1h21m: arrivo alle 11h21m. Risultato: arrivo 11h21m. Ufficiale: Ora arrivo 11h19m ÷ 11h24m.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Pb=008° ÷ 014°.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Da A alla Carbonifera: 12,2 mg in 2 ore, sul fondo 6,1 kn per 003°. Togli la corrente (220°, 1,5 kn): resta la velocità propria. Pv = 010° (Vp 7,3 kn). V = +2° −3° = −1°: Pb = Pv − V = 011°. Risultato: Pb 011°. Ufficiale: Pb=008° ÷ 014°.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12h50m ÷ 12h57m.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4 mg a SW del serbatoio di Marina di Grosseto. Rv 302°, Vp 8 kn, corrente verso est 2 kn: Pv 294°, Ve 6,2 kn. Il traverso si misura dalla prora: Sparviero per 024°; l'incrocio con la rotta è a 11,8 mg. 1h53m dopo le 11h00m: traverso alle 12h53m. Risultato: traverso alle 12h53m. Ufficiale: 12h50m ÷ 12h57m.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Dc=359° ÷ 005°.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Stimato alle 11h30m: 9 mg per 141° (1h30m a 6 kn). Osservato B: Castiglione per 080° e Punta Ala per 330°. Dallo stimato all'osservato: Dc = 009° (1,9 mg in 1h30m). Risultato: Dc 009°. Ufficiale: Dc=359° ÷ 005°. Scarto rispetto alla forchetta ufficiale: sulla carta IIM si usano i simboli stampati, le nostre posizioni vengono da OpenStreetMap.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Vc=2,9 ÷ 3,5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Punta Brigantina per 022° e torre di Cala della Ruta per 323°. Stimato alle 13h12m: 8 mg per 202° (30 minuti a 16 kn). Dallo stimato all'osservato: 1,4 mg in 30 minuti, Vc = 2,9 kn (Dc 203°). Risultato: Vc 2,9 kn. Ufficiale: Vc=2,9 ÷ 3,5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Dc=039° ÷ 045°.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Scoglio d'Africa per SW a 3 mg, quindi A è 3 mg a NE del faro. Prora verso Punta Brigantina: 355°. Stimato alle 17h00m: 5 mg (50 minuti a 6 kn). B: Brigantina per 339° a 4,5 mg. Dallo stimato all'osservato: Dc = 043°. Risultato: Dc 043°. Ufficiale: Dc=039° ÷ 045°.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Dc=353° ÷ 359°.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Scoglio d'Africa per 310° a 3,3 mg (A è a SE del faro). Dalle 23h40m alle 01h22m: 1h42m, cioè 11,9 mg per 356°. Dallo stimato al GPS: Dc = 356° (1,6 mg). Risultato: Dc 356°. Ufficiale: Dc=353° ÷ 359°.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Vc=1 ÷ 1,6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Scoglio d'Africa per 238° a 3 mg (A è a NE del faro). Dalle 00h20m alle 02h30m: 2h10m, 7,6 mg per 035°. Dallo stimato al GPS: 2,7 mg in 2h10m, Vc = 1,2 kn. Risultato: Vc 1,2 kn. Ufficiale: Vc=1 ÷ 1,6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Vp=10,3 ÷ 10,9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A-B = 6,4 mg in 30 minuti: sul fondo 12,7 kn per 049°. Togli la corrente (nord, 4 kn): resta la velocità propria. Vp = 10,5 kn con prora 065°. Risultato: Vp 10,5 kn. Ufficiale: Vp=10,3 ÷ 10,9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Vp=4,3 ÷ 4,9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Velocità sul fondo: 5 kn per 253°. Togli la corrente (190°, 1 kn). Vp = 4,6 kn con prora 264°. Risultato: Vp 4,6 kn. Ufficiale: Vp=4,3 ÷ 4,9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Rv=043° ÷ 049°.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In un'ora: 6 mg per 055° (moto proprio) più 1,5 mg verso nord (corrente). La congiungente A-punta è la rotta vera: Rv = 045°, Ve 7,0 kn. Risultato: Rv 045°. Ufficiale: Rv=043° ÷ 049°.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Vc=0,9 ÷ 1,5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Stimato alle 10h40m: 10,0 mg per 263° (1h40m a 6 kn). Osservato B: Pianosa per 345°, Scoglio d'Africa per 210°. 2,0 mg in 1h40m: Vc = 1,2 kn. Risultato: Vc 1,2 kn. Ufficiale: Vc=0,9 ÷ 1,5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Ve=9,5 ÷ 10,1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In un'ora: 11 mg per 014° più 2 mg per 140°. La somma dei vettori è la velocità effettiva: Ve = 10,0 kn (Rv 023°). Risultato: Ve 10,0 kn. Ufficiale: Ve=9,5 ÷ 10,1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Pv=144° ÷ 150°.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3,2 mg per 246° dal faro di Pianosa (A è a WSW del faro, come nella soluzione ufficiale). Rotta A-B: 164°. Triangolo: da A la corrente (280°, 1,5 mg); dalla punta il compasso aperto di 4,8 mg taglia la rotta. Pv = 148°, Ve 3,9 kn. Risultato: Pv 148°. Ufficiale: Pv=144° ÷ 150°.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casa: rifai sulla carta gli esercizi non svolti in aula.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jp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Relationship Id="rId3" Type="http://schemas.openxmlformats.org/officeDocument/2006/relationships/notesSlide" Target="../notesSlides/notesSlide5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