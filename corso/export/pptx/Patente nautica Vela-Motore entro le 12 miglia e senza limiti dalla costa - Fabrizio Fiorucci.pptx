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COLREG e prevenzione degli abbordi, la sicurezza nella navigazione,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tutta la scaletta della scuola, dalla rosa dei venti al GPS. Rosa, quadranti, bussola, coordinate; navigazione stimata, misura delle miglia, il triangolo miglia-velocità-tempo con i minuti e il carburante con la riserva. Poi rotta e prora vera, scarroccio, deriva, moto proprio ed effettivo, declinazione, deviazione e tabella; infine navigazione costiera, luoghi di posizione, punto nave, rilevamenti e GPS: 4 domande su 20 dalla navigazione.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COLREG e prevenzione degli abbordi, 2 domande su 20. Che cos'è il COLREG; i fanali uno per uno, per il motore e per la vela; le navi particolari con luci e segnali diurni e i trucchetti per ricordarli; la scala delle precedenze, le regole a motore e a vela, il rischio di collisione; i segnali sonori, la nebbia e i porti; per finire 24 casi di luci da riconoscere.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la sicurezza, sulla scaletta della scuola. Le dotazioni una per una, con quello che chiedono i quiz e quello che chiede oggi il DM 133/2024; il fuoco, gli estintori e la falla; incaglio, collisione, uomo a mare e abbandono; il VHF, le chiamate e il soccorso; il cattivo tempo, l'ancora galleggiante e l'alcol.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quiz ed esercizi di carteggio di navigazione entro le 12 miglia,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cinque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