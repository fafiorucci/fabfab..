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20. Che cos'è il COLREG; i fanali uno per uno, per il motore e per la vela; le navi particolari con luci e segnali diurni e i trucchetti per ricordarli; la scala delle precedenze, le regole a motore e a vela, il rischio di collisione; i segnali sonori, la nebbia e i porti; per finire 24 casi di luci da riconoscere.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sicurezza, sulla scaletta della scuola. Le dotazioni una per una, con quello che chiedono i quiz e quello che chiede oggi il DM 133/2024; il fuoco, gli estintori e la falla; incaglio, collisione, uomo a mare e abbandono; il VHF, le chiamate e il soccorso; il cattivo tempo, l'ancora galleggiante e l'alcol.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cinque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flash; negli ultimi 45 minuti, 36 quiz vela con 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Si trovano tra i materiali del corso, in PDF e in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