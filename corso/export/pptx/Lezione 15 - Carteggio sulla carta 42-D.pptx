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Lezione 15. Esercizi ufficiali 5.5.3-5.8.3 e 5.5.1-5.8.1 (carta 42/D, 23 esercizi) dell'Allegato A al DD 131/2022. Carte ridisegnate da OpenStreetMap; all'esame si lavora sulle carte dell'IIM.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Quattro capitoli in 75 minuti, ognuno chiuso da una verifica da 2 quiz ufficiali; negli ultimi 45 minuti la raccolta di 36 quiz ufficiali di navigazione. Come nelle lezioni 10-12: per ogni esercizio una slide con la traccia e una con il tracciamento, con il nostro risultato e la forchetta ufficiale.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10 minuti, verifica da 2 quiz compresa.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42/D copre le Bocche di Bonifacio, la Gallura, il golfo dell'Asinara e la Corsica meridionale. Coste da OpenStreetMap (© contributori OSM, ODbL). Settori: A Bonifacio e Cap de Feno, B Maddalena e Monaci, C golfo dell'Asinara, D golfo di Olbia.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Richiamo delle lezioni 10 (navigazione costiera) e 13-14 (correnti). Sulla 42/D la declinazione cambia da esercizio a esercizio: si usa quella scritta nella traccia.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1.7.2-47 → b) ad angolo costante.; 1.7.2-48 → b) eguale profondità marina.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30 minuti, verifica da 2 quiz compresa.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Lat 41°25’,6N ÷ 41°26’,2N  Long 008°51’,3E ÷ 008°51’,9E.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V = +3° +1° = +4°: Pv = 290°, Rilv₁ = 350°, Rilv₂ = 060°. Cammino: 6 × 20/60 = 2 mg per 290°. Trasporta il primo rilevamento del segnale cardinale e incrocialo con il secondo. Risultato: 41°25,9′N · 008°51,7′E. Ufficiale: Lat 41°25’,6N ÷ 41°26’,2N  Long 008°51’,3E ÷ 008°51’,9E.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Lat 41°19’,1N ÷ 41°19’,7N - Long 009°10’,6E ÷ 009°11’,2E.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Da B traccia la rotta di Esperia (060°) e congiungi A con B. Da A disegna la velocità di Esperia: 3,3 mg per 060° (1 ora). Dalla punta traccia la parallela ad AB e tagliala da A con il compasso aperto di 8 mg: la rotta di intercettazione è 105°. Dove questa rotta taglia quella di Esperia c'è D: incontro dopo 1h19m. Risultato: 41°19,5′N · 009°11,0′E. Ufficiale: Lat 41°19’,1N ÷ 41°19’,7N - Long 009°10’,6E ÷ 009°11’,2E.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12h31m ÷ 12h37m.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Declinazione 2009: 0°05′ + 16 × 7′ = 1°57′E ≈ 2°E. Pm = 178°, dalla tabella δ = +3°: V = +5°. Rilv: Perduto 248°, Razzoli 200°, Santa Manza 291°: il loro incrocio è A. Lavezzi al traverso di dritta con prora 180°: lo si vede per 270°, alla sua stessa latitudine. 2,9 mg a 4 kn = 44 minuti: traverso alle 12h34m. Risultato: traverso alle 12h34m. Ufficiale: 12h31m ÷ 12h37m.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Lat 41°15’,5N ÷ 41°16’,1N  Long 009°32’,8E ÷ 009°33’,4E.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V = +2° −2° = 0°: Pv 300°, Rilv 235° e 210°. Cammino: 6 × 15/60 = 1,5 mg per 300°. Trasporta il primo rilevamento e incrocialo con il secondo. Risultato: 41°15,7′N · 009°33,2′E. Ufficiale: Lat 41°15’,5N ÷ 41°16’,1N  Long 009°32’,8E ÷ 009°33’,4E.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Lat 41°21’,1N ÷ 41°21’,7N Long 009°21’,7E ÷ 009°22’,3E.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A: Capo Ferro per 135° e meda di Tre Monti per 246°. In 45 minuti a 8 kn verso nord: 6 mg, punto A′ delle 21h05m. Da B traccia la rotta di Deneb (225°) e congiungi A′ con B. Da A′ disegna la velocità di Deneb: 2 mg per 225° (1 ora). Dalla punta traccia la parallela ad A′B e tagliala da A′ con il compasso aperto di 9,9 mg: la rotta di intercettazione è 310°. Dove questa rotta taglia quella di Deneb c'è D: incontro dopo 49 minuti. Risultato: 41°21,3′N · 009°22,0′E. Ufficiale: Lat 41°21’,1N ÷ 41°21’,7N Long 009°21’,7E ÷ 009°22’,3E.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Lat 41°09’,8N ÷ 41°10’,4N  Long 009°04’,3E ÷ 009°04’,9E.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V = −3° +2° = −1°: Pv 280°, Monte Russo per 240°, campanile per 210°. Cammino: 18 × 10/60 = 3 mg per 280°. Trasporta il rilevamento del monte e incrocialo con quello del campanile. Risultato: 41°10,1′N · 009°04,5′E. Ufficiale: Lat 41°09’,8N ÷ 41°10’,4N  Long 009°04’,3E ÷ 009°04’,9E.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Lat 41°12’,3N ÷ 41°12’,9N Long 008°58’,2E ÷ 008°58’,8E.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Da B traccia la rotta di Denebola (280°) e congiungi A con B. Da A disegna la velocità di Denebola: 2 mg per 280° (1 ora). Dalla punta traccia la parallela ad AB e tagliala da A con il compasso aperto di 3 mg: la rotta di intercettazione è 330°. Dove questa rotta taglia quella di Denebola c'è D: incontro dopo 1h33m. Risultato: 41°12,5′N · 008°58,4′E. Ufficiale: Lat 41°12’,3N ÷ 41°12’,9N Long 008°58’,2E ÷ 008°58’,8E.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Lat 40°57’,2N ÷ 40°57’,8N  Long 009°43’,7E ÷ 009°44’,3E.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V = +4° −6° = −2°: Pv 315°, Punta Timone per 270°, Bocca di Olbia per 253°. Cammino: 14 × 12/60 = 2,8 mg per 315°. Trasporta il rilevamento di Punta Timone e incrocialo con quello della Bocca di Olbia: è il punto di accostata. Risultato: 40°57,5′N · 009°44,0′E. Ufficiale: Lat 40°57’,2N ÷ 40°57’,8N  Long 009°43’,7E ÷ 009°44’,3E.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Lat 41°12’,3N ÷ 41°12’,9N  Long 009°43’,5E ÷ 009°44’,1E.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B: 8 mg a levante (est) del faro delle Isole Monaci. Da B traccia la rotta di Schedar (100°) e congiungi A con B. Da A disegna la velocità di Schedar: 1,5 mg per 100° (1 ora). Dalla punta traccia la parallela ad AB e tagliala da A con il compasso aperto di 6,6 mg: la rotta di intercettazione è 338°. Dove questa rotta taglia quella di Schedar c'è D: incontro dopo 1h13m. Risultato: 41°12,6′N · 009°44,0′E. Ufficiale: Lat 41°12’,3N ÷ 41°12’,9N  Long 009°43’,5E ÷ 009°44’,1E.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Lat 41°12’,2N ÷ 41°12’,8N  Long 009°41’,3E ÷ 009°41’,9E.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B: il faro delle Monaci si vede per 249° a 8 mg, quindi B è 8 mg per 069° dal faro. Da B traccia la rotta di Spica (170°) e congiungi A con B. Da A disegna la velocità di Spica: 3,2 mg per 170° (1 ora). Dalla punta traccia la parallela ad AB e tagliala da A con il compasso aperto di 5 mg: la rotta di intercettazione è 022°. Dove questa rotta taglia quella di Spica c'è D: incontro dopo 1h03m. Risultato: 41°12,5′N · 009°41,7′E. Ufficiale: Lat 41°12’,2N ÷ 41°12’,8N  Long 009°41’,3E ÷ 009°41’,9E.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1.7.6-5 → b) la navigazione costiera costituisce un tipo di navigazione molto impegnativa, in quanto effettuata in prossimità della costa, ove sono presenti molto spesso punti cospicui sconosciti, che non risultano facilmente identificabili provenendo dal largo.; 1.7.6-37 → a) a Nord-Nord Ovest del faro.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20 minuti, verifica da 2 quiz compresa.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Pv=300° ÷ 306°.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A: Cap de Feno per 335° e Cap Pertusato per 032°. Rotta 290°, Vp 7 kn, corrente 250°/2,5 kn. Triangolo: Pv = 303° (Ve 8,7 kn). Risultato: Pv 303°. Ufficiale: Pv=300° ÷ 306°.</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Pv=31° ÷ 37°.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A: sul rilevamento 067° di Capo Testa, alla batimetrica dei 50 m (circa 5,1 mg dal faro). Stimato alle 07h20m: 4,1 mg per 044°. Dallo stimato a B: corrente 277°, 1,9 kn. Da B al porto di Punta la Madonnetta in 1 ora: 8,1 mg per 022°. Togli la corrente: Pv = 034° (Vp 8,8 kn). Risultato: Pv 034°. Ufficiale: Pv=31° ÷ 37°.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Dc=298° ÷ 304°.</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A: Cap de Feno per 090° a 2 mg, quindi A è 2 mg a ovest del faro. Stimato alle 09h50m: 9,9 mg per 175°. Osservato B: Pertusato per 052° e Capo Testa per 098°. Dallo stimato all'osservato: Dc = 300°. Risultato: Dc 300°. Ufficiale: Dc=298° ÷ 304°.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Pv=310° ÷ 316°.</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A: Capo Ferro per 247° e Isole Monaci per 300°. Rotta A-B: 325°. Con Vp 12 e corrente 045°/2,5 kn: Pv = 313° (Ve 12,2 kn). Risultato: Pv 313°. Ufficiale: Pv=310° ÷ 316°.</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Dc=255° ÷ 261°.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Stimato alle 22h00m: 10 mg per 137°. Osservato: Monaci per 280° a 4 mg (B è a est del faro). Dallo stimato all'osservato: Dc = 259° (2,2 kn). Risultato: Dc 259°. Ufficiale: Dc=255° ÷ 261°.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1.7.7-7 → b) sì, solo la latitudine.; 1.7.7-14 → b) deviato il percorso dell'unità a causa dell'azione della corrente.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15 minuti, verifica da 2 quiz compresa.</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Vc=1,7 ÷ 2,3 kn.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A: Punta li Canneddi per 115° a 1 mg. Stimato alle 13h00m: 6,5 mg per 045°. Dallo stimato al GPS: 2,1 mg in un'ora, Vc = 2,1 kn. Risultato: Vc 2,1 kn. Ufficiale: Vc=1,7 ÷ 2,3 kn.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Ve=7,6 ÷ 8,2 kn.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In un'ora: 6 mg per 035° più 2 mg per 059°. Ve = 7,9 kn (Rv 041°). Risultato: Ve 7,9 kn. Ufficiale: Ve=7,6 ÷ 8,2 kn.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Vp=7,7 ÷ 8,3 kn.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A: Capo Figari per 288° e Punta Timone per 216°. B: il fanale delle Nibani per 235° a 2 mg. A-B 13,5 mg in 1h40m: sul fondo 8,1 kn per 325°. Togli la corrente (246°, 2,4 kn): Vp = 8,0 kn (Pv 342°). Risultato: Vp 8,0 kn. Ufficiale: Vp=7,7 ÷ 8,3 kn.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Rv=357° ÷ 003°.</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Declinazione 2008: 0°10′ + 15 × 7′ = 1°55′E ≈ 2°E. Con Pb 348° la tabella dà δ = -2°. Pv = Pb + δ + d = 348°. In un'ora: 7 mg per la Pv più 1,5 mg per 100°. Rv = 000°. Risultato: Rv 000°. Ufficiale: Rv=357° ÷ 003°.</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Dc=101° ÷ 107°.</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Punto stimato A delle 20h20m: dato dalla traccia. Punto osservato B: Capo Ferro per 281° e Punta Timone per 173°. Dallo stimato all'osservato: Dc = 103° (3,5 mg in 1h20m). Risultato: Dc 103°. Ufficiale: Dc=101° ÷ 107°.</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Pv=323° ÷ 329°.</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A: Capo Figari per 250° a 4,3 mg (A è a ENE del semaforo). Rotta tangente al cerchio di 1 mg attorno al fanale, lasciandolo a sinistra: Rv 314°. Con Vp 6 e corrente verso sud 2 kn: Pv = 328° (Ve 4,4 kn). Risultato: Pv 328°. Ufficiale: Pv=323° ÷ 329°.</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Vc=0,9 ÷ 1,5 kn.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Rilevamenti polari a sinistra con Pv 000°: Punta Timone 360° − 118° = 242°, Figarolo 360° − 77° = 283°: punto nave A. Punto stimato B della stessa ora (dato dalla traccia). In un'ora la corrente ha spostato la barca da B ad A: 1,5 mg, Vc = 1,5 kn. Risultato: Vc 1,5 kn. Ufficiale: Vc=0,9 ÷ 1,5 kn.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Traccia ufficiale (Allegato A al DD 131/2022). Risposta ufficiale: Pv=331° ÷ 337°.</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A: Mortoriotto per 317° e Capo Figari per 196°. Rotta 350°, Vp 7,5 kn, corrente 115°/2,5 kn. Pv = 334° (Ve 5,8 kn). Risultato: Pv 334°. Ufficiale: Pv=331° ÷ 337°.</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1.7.4-6 → a) primo quadrante.; 1.7.4-40 → b) di bordo.</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Inizio degli ultimi 45 minuti: 12 slide da 3 quiz ufficiali, ognuna seguita dalle risposte.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Ultimi 45 minuti della lezione. 12 slide da 3 quiz, ciascuna seguita dalle risposte: circa 3 minuti e mezzo per slide. Se il tempo stringe, lasciare per casa le slide 11 e 12.</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1.7.2-1 → c) ai mari ed alle coste nazionali italiane nonché a quelle del Mar Mediterraneo.; 1.7.2-4 → b) in essa i paralleli hanno distanza variabile in funzione delle latitudini crescenti.; 1.7.2-7 → b) carte utilizzate dal navigante principalmente durante la fase prossima all'atterraggio e che rappresentano in modo particolarmente dettagliato elementi afferenti le batimetriche ed il segnalamento marittimo.</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1.7.2-2 → c) no, non è costante ed aumenta con la latitudine.; 1.7.2-5 → b) carte generali, carte di atterraggio, carte costiere, carte dei litorali e piani nautici.; 1.7.2-49 → c) carte aventi una scala superiore rispetto a quella delle carte costiere, realizzate per rappresentare in modo più dettagliato particolari zone di interesse come l'accesso ai porti e zone relative a stretti e passaggi.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1.7.2-3 → c) su un lato a margine della stessa carta nautica.; 1.7.2-6 → b) 1:3.000.000 e inferiore.; 1.7.2-55 → c) l'arco di circolo massimo seguito da un'unità, che interseca in successione i meridiani con angoli diversi e descrive il percorso più breve fra due punti.</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1.7.1-25 → a) per indicare la latitudine.; 1.7.1-33 → b) tutti hanno la stessa longitudine.; 1.7.1-37 → c) 180, di cui 90 contati di grado in grado dall'equatore (zero gradi) al polo Nord e altrettanti 90 contati di grado in grado dall'equatore (zero gradi) al polo Sud, però possiamo tracciarne infiniti.</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1.7.1-29 → b) equatore.; 1.7.1-34 → b) la latitudine.; 1.7.1-38 → c) 360, di cui 180 contati di grado in grado a partire dal meridiano di Greenwich verso Est ed altrettanti 180 contati di grado in grado a partire dal meridiano di Greenwich verso Ovest, però possiamo tracciarne infiniti.</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1.7.1-31 → a) 95 gradi di latitudine nord.; 1.7.1-35 → a) di meridiano compreso tra l’equatore ed il punto (o il parallelo passante per il punto considerato).; 1.7.1-39 → a) a quello comunemente chiamato meridiano di Greenwich.</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1.7.6-13 → a) al calcolo delle distanze e all'individuazione delle coordinate geografiche.; 1.7.6-16 → a) a Nord del faro, distanza 5 miglia.; 1.7.6-18 → b) il punto cospicuo è perpendicolare all'asse longitudinale dell'unità.</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1.7.6-15 → b) 045 gradi.; 1.7.6-17 → a) coincidono sempre.; 1.7.6-19 → b) di un rilevamento e di una distanza del punto cospicuo.</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1.7.4-2 → a) la direzione 048 gradi verso l'alto e a destra; la direzione 167 gradi verso il basso e a destra.; 1.7.4-8 → b) orario.; 1.7.4-10 → c) le direzioni cardinali costituiscono le principali direzioni di riferimento rispetto alle quali si individuano tutte le altre direzioni.</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1.7.4-3 → b) la direzione 301 gradi verso l'alto e a sinistra; la direzione 249 gradi verso il basso e a sinistra.; 1.7.4-9 → a) Nord (N), Sud (S), Est (E) e Ovest (W).; 1.7.4-12 → a) Nord bussola.</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1.7.3-1 → a) conoscere in ogni istante la distanza rispetto al punto in cui è caduto un uomo in mare e determinare la relativa rotta necessaria per tentarne il recupero.; 1.7.3-3 → c) Latitudine e longitudine, distanza e rotta necessarie per raggiungere un waypoint, velocità e rotta rispetto al fondo marino (Ve e Rv) e ora stimata di arrivo al punto di destinazione.; 1.7.3-12 → c) navigazione per WAY- POINT.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1.7.3-2 → b) è un ricevitore in grado di determinare la propria distanza rispetto a ciascuno dei satelliti che costituiscono la relativa rete orbitante, e quindi il punto nave, con un esiguo margine di errore.; 1.7.3-5 → a) pochi metri.; 1.7.3-13 → a) la propria rotta, il fuori rotta, il tempo stimato di arrivo, il tempo di percorrenza, la distanza, lo scarto in gradi rispetto al luogo impostato come arrivo, la data e l’ora, la velocità, ed infine la freccia che mostra in ogni momento la direzione che dovremmo seguire per arrivare a destinazione.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Ripassa gli esercizi delle lezioni 10-15 e le schede dei quiz.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jp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jp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jp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jp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jp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jp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jp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jp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jp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jp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jp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jp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jp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jp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jp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jp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jp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jp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jp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jpg"/><Relationship Id="rId3" Type="http://schemas.openxmlformats.org/officeDocument/2006/relationships/notesSlide" Target="../notesSlides/notesSlide8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