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15. Esercizi ufficiali 5.5.3-5.8.3 e 5.5.1-5.8.1 (carta 42/D, 23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42/D copre le Bocche di Bonifacio, la Gallura, il golfo dell'Asinara e la Corsica meridionale. Coste da OpenStreetMap (© contributori OSM, ODbL). Settori: A Bonifacio e Cap de Feno, B Maddalena e Monaci, C golfo dell'Asinara, D golfo di Olbia.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Richiamo delle lezioni 10 (navigazione costiera) e 13-14 (correnti). Sulla 42/D la declinazione cambia da esercizio a esercizio: si usa quella scritta nella traccia.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1.7.7-28 → a) si ha un effetto sulla velocità della nave ma non sulla direzione del suo percorso.; 1.7.7-2 → a) il percorso dell'imbarcazione da diporto in ciascun punto forma con la direzione Nord del meridiano geografico.; 1.7.7-4 → b) la direzione verso la quale la linea di chiglia della nave è orientata rispetto al nord.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41°25’,6N ÷ 41°26’,2N  Long 008°51’,3E ÷ 008°51’,9E.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+3° +1° = +4°: Pv = 290°, Rilv₁ = 350°, Rilv₂ = 060°. Cammino: 6 × 20/60 = 2 mg per 290°. Trasporta il primo rilevamento del segnale cardinale e incrocialo con il secondo. Risultato: 41°25,9′N · 008°51,7′E. Ufficiale: Lat 41°25’,6N ÷ 41°26’,2N  Long 008°51’,3E ÷ 008°51’,9E.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41°19’,1N ÷ 41°19’,7N - Long 009°10’,6E ÷ 009°11’,2E.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B traccia la rotta di Esperia (060°) e congiungi A con B. Da A disegna la velocità di Esperia: 3,3 mg per 060° (1 ora). Dalla punta traccia la parallela ad AB e tagliala da A con il compasso aperto di 8 mg: la rotta di intercettazione è 105°. Dove questa rotta taglia quella di Esperia c'è D: incontro dopo 1h19m. Risultato: 41°19,5′N · 009°11,0′E. Ufficiale: Lat 41°19’,1N ÷ 41°19’,7N - Long 009°10’,6E ÷ 009°11’,2E.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12h31m ÷ 12h37m.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2009: 0°05′ + 16 × 7′ = 1°57′E ≈ 2°E. Pm = 178°, dalla tabella δ = +3°: V = +5°. Rilv: Perduto 248°, Razzoli 200°, Santa Manza 291°: il loro incrocio è A. Lavezzi al traverso di dritta con prora 180°: lo si vede per 270°, alla sua stessa latitudine. 2,9 mg a 4 kn = 44 minuti: traverso alle 12h34m. Risultato: traverso alle 12h34m. Ufficiale: 12h31m ÷ 12h37m.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41°15’,5N ÷ 41°16’,1N  Long 009°32’,8E ÷ 009°33’,4E.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+2° −2° = 0°: Pv 300°, Rilv 235° e 210°. Cammino: 6 × 15/60 = 1,5 mg per 300°. Trasporta il primo rilevamento e incrocialo con il secondo. Risultato: 41°15,7′N · 009°33,2′E. Ufficiale: Lat 41°15’,5N ÷ 41°16’,1N  Long 009°32’,8E ÷ 009°33’,4E.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41°21’,1N ÷ 41°21’,7N Long 009°21’,7E ÷ 009°22’,3E.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Capo Ferro per 135° e meda di Tre Monti per 246°. In 45 minuti a 8 kn verso nord: 6 mg, punto A′ delle 21h05m. Da B traccia la rotta di Deneb (225°) e congiungi A′ con B. Da A′ disegna la velocità di Deneb: 2 mg per 225° (1 ora). Dalla punta traccia la parallela ad A′B e tagliala da A′ con il compasso aperto di 9,9 mg: la rotta di intercettazione è 310°. Dove questa rotta taglia quella di Deneb c'è D: incontro dopo 49 minuti. Risultato: 41°21,3′N · 009°22,0′E. Ufficiale: Lat 41°21’,1N ÷ 41°21’,7N Long 009°21’,7E ÷ 009°22’,3E.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41°09’,8N ÷ 41°10’,4N  Long 009°04’,3E ÷ 009°04’,9E.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 +2° = −1°: Pv 280°, Monte Russo per 240°, campanile per 210°. Cammino: 18 × 10/60 = 3 mg per 280°. Trasporta il rilevamento del monte e incrocialo con quello del campanile. Risultato: 41°10,1′N · 009°04,5′E. Ufficiale: Lat 41°09’,8N ÷ 41°10’,4N  Long 009°04’,3E ÷ 009°04’,9E.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41°12’,3N ÷ 41°12’,9N Long 008°58’,2E ÷ 008°58’,8E.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B traccia la rotta di Denebola (280°) e congiungi A con B. Da A disegna la velocità di Denebola: 2 mg per 280° (1 ora). Dalla punta traccia la parallela ad AB e tagliala da A con il compasso aperto di 3 mg: la rotta di intercettazione è 330°. Dove questa rotta taglia quella di Denebola c'è D: incontro dopo 1h33m. Risultato: 41°12,5′N · 008°58,4′E. Ufficiale: Lat 41°12’,3N ÷ 41°12’,9N Long 008°58’,2E ÷ 008°58’,8E.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40°57’,2N ÷ 40°57’,8N  Long 009°43’,7E ÷ 009°44’,3E.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+4° −6° = −2°: Pv 315°, Punta Timone per 270°, Bocca di Olbia per 253°. Cammino: 14 × 12/60 = 2,8 mg per 315°. Trasporta il rilevamento di Punta Timone e incrocialo con quello della Bocca di Olbia: è il punto di accostata. Risultato: 40°57,5′N · 009°44,0′E. Ufficiale: Lat 40°57’,2N ÷ 40°57’,8N  Long 009°43’,7E ÷ 009°44’,3E.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41°12’,3N ÷ 41°12’,9N  Long 009°43’,5E ÷ 009°44’,1E.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8 mg a levante (est) del faro delle Isole Monaci. Da B traccia la rotta di Schedar (100°) e congiungi A con B. Da A disegna la velocità di Schedar: 1,5 mg per 100° (1 ora). Dalla punta traccia la parallela ad AB e tagliala da A con il compasso aperto di 6,6 mg: la rotta di intercettazione è 338°. Dove questa rotta taglia quella di Schedar c'è D: incontro dopo 1h13m. Risultato: 41°12,6′N · 009°44,0′E. Ufficiale: Lat 41°12’,3N ÷ 41°12’,9N  Long 009°43’,5E ÷ 009°44’,1E.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41°12’,2N ÷ 41°12’,8N  Long 009°41’,3E ÷ 009°41’,9E.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faro delle Monaci si vede per 249° a 8 mg, quindi B è 8 mg per 069° dal faro. Da B traccia la rotta di Spica (170°) e congiungi A con B. Da A disegna la velocità di Spica: 3,2 mg per 170° (1 ora). Dalla punta traccia la parallela ad AB e tagliala da A con il compasso aperto di 5 mg: la rotta di intercettazione è 022°. Dove questa rotta taglia quella di Spica c'è D: incontro dopo 1h03m. Risultato: 41°12,5′N · 009°41,7′E. Ufficiale: Lat 41°12’,2N ÷ 41°12’,8N  Long 009°41’,3E ÷ 009°41’,9E.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Pv=300° ÷ 306°.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 de Feno per 335° e Cap Pertusato per 032°. Rotta 290°, Vp 7 kn, corrente 250°/2,5 kn. Triangolo: Pv = 303° (Ve 8,7 kn). Risultato: Pv 303°. Ufficiale: Pv=300° ÷ 306°.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Pv=31° ÷ 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sul rilevamento 067° di Capo Testa, alla batimetrica dei 50 m (circa 5,1 mg dal faro). Stimato alle 07h20m: 4,1 mg per 044°. Dallo stimato a B: corrente 277°, 1,9 kn. Da B al porto di Punta la Madonnetta in 1 ora: 8,1 mg per 022°. Togli la corrente: Pv = 034° (Vp 8,8 kn). Risultato: Pv 034°. Ufficiale: Pv=31° ÷ 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Dc=298°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 de Feno per 090° a 2 mg, quindi A è 2 mg a ovest del faro. Stimato alle 09h50m: 9,9 mg per 175°. Osservato B: Pertusato per 052° e Capo Testa per 098°. Dallo stimato all'osservato: Dc = 300°. Risultato: Dc 300°. Ufficiale: Dc=298°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Capo Ferro per 247° e Isole Monaci per 300°. Rotta A-B: 325°. Con Vp 12 e corrente 045°/2,5 kn: Pv = 313° (Ve 12,2 kn). Risultato: Pv 313°.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Dc=255° ÷ 261°.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22h00m: 10 mg per 137°. Osservato: Monaci per 280° a 4 mg (B è a est del faro). Dallo stimato all'osservato: Dc = 259° (2,2 kn). Risultato: Dc 259°. Ufficiale: Dc=255° ÷ 261°.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Vc=1,7 ÷ 2,3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Punta li Canneddi per 115° a 1 mg. Stimato alle 13h00m: 6,5 mg per 045°. Dallo stimato al GPS: 2,1 mg in un'ora, Vc = 2,1 kn. Risultato: Vc 2,1 kn. Ufficiale: Vc=1,7 ÷ 2,3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Ve=7,6 ÷ 8,2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6 mg per 035° più 2 mg per 059°. Ve = 7,9 kn (Rv 041°). Risultato: Ve 7,9 kn. Ufficiale: Ve=7,6 ÷ 8,2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Vp=7,7 ÷ 8,3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Capo Figari per 288° e Punta Timone per 216°. B: il fanale delle Nibani per 235° a 2 mg. A-B 13,5 mg in 1h40m: sul fondo 8,1 kn per 325°. Togli la corrente (246°, 2,4 kn): Vp = 8,0 kn (Pv 342°). Risultato: Vp 8,0 kn. Ufficiale: Vp=7,7 ÷ 8,3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Rv=357° ÷ 003°.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2008: 0°10′ + 15 × 7′ = 1°55′E ≈ 2°E. Con Pb 348° la tabella dà δ = -2°. Pv = Pb + δ + d = 348°. In un'ora: 7 mg per la Pv più 1,5 mg per 100°. Rv = 000°. Risultato: Rv 000°. Ufficiale: Rv=357° ÷ 003°.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Dc=101° ÷ 107°.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Punto stimato A delle 20h20m: dato dalla traccia. Punto osservato B: Capo Ferro per 281° e Punta Timone per 173°. Dallo stimato all'osservato: Dc = 103° (3,5 mg in 1h20m). Risultato: Dc 103°. Ufficiale: Dc=101° ÷ 107°.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Pv=323° ÷ 329°.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Capo Figari per 250° a 4,3 mg (A è a ENE del semaforo). Rotta tangente al cerchio di 1 mg attorno al fanale, lasciandolo a sinistra: Rv 314°. Con Vp 6 e corrente verso sud 2 kn: Pv = 328° (Ve 4,4 kn). Risultato: Pv 328°. Ufficiale: Pv=323° ÷ 329°.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Rilevamenti polari a sinistra con Pv 000°: Punta Timone 360° − 118° = 242°, Figarolo 360° − 77° = 283°: punto nave A. Punto stimato B della stessa ora (dato dalla traccia). In un'ora la corrente ha spostato la barca da B ad A: 1,5 mg, Vc = 1,5 kn. Risultato: Vc 1,5 kn.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Pv=331°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Mortoriotto per 317° e Capo Figari per 196°. Rotta 350°, Vp 7,5 kn, corrente 115°/2,5 kn. Pv = 334° (Ve 5,8 kn). Risultato: Pv 334°. Ufficiale: Pv=331°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Ripassa gli esercizi delle lezioni 10-15 e le schede dei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