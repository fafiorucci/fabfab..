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Lezione 8, per tutti i percorsi: è l'ultima lezione della patente entro 12 miglia a motore ed è tutta dedicata alla prova di carteggio entro 12 miglia (DM 323/2021 art. 6; elenco 4.1.1 del DD 131/2022, 50 esercizi sulla carta 5/D). Riprende gli strumenti e i calcoli delle lezioni 3, 4 e 5. Le emergenze sono nella lezione 6; la vela nella lezione 9, solo per chi fa la patente a vela; dalla 10 il carteggio oltre 12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Due verifiche intermedie e una finale con quiz ufficiali di navigazione cartografica (1.7.1, 1.7.2, 1.7.5 del DD 131/2022), cinque esercizi ufficiali dell'elenco 4.1.1, uno per ogni tipo: velocità data (4.1.1-1 e -19), orario di arrivo dato (4.1.1-35), mezz'ora di moto (4.1.1-6) e la prova simulata a tempo (4.1.1-40). Ogni settore della carta compare almeno una volta.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DM 323/2021, art. 6: per la patente entro 12 miglia la prova di carteggio è un quiz di elementi di carteggio con 5 quesiti a risposta singola su un esercizio dell'elenco 4.1.1 del DD 131/2022; 20 minuti, superata con almeno 4 risposte giuste. È la prima prova dell'esame ed è propedeutica ai quiz. Gli strumenti sono quelli della lezione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carta 5/D (dall'Isola d'Elba a Civitavecchia) è la stessa dell'oltre 12 miglia. Gli esercizi 4.1.1 sono divisi in tre settori: Nord Ovest orizzontale (esercizi 1-16, Elba nord e sud), Nord Ovest verticale (17-32, Elba ovest e Pianosa), Sud Est (33-50, Giglio, Argentario, Talamone, Formiche). Il numero del settore in testa alla traccia dice dove guardare sulla carta. All'esame la carta si porta integra: nessun segno o appunto.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Quesiti 4 e 5 dell'esercizio: coordinate di partenza e di arrivo. Il punto è il faro o il capo indicato dalla traccia, al centro del suo simbolo. Controlla la direzione in cui crescono i valori: la latitudine cresce verso Nord (in alto), la longitudine Est cresce verso destra (quiz 1.7.1-42). Le forchette ufficiali accettano di solito ±0,3′: 42°48′,5 va bene tra 48′,2 e 48′,8. Errore frequente: leggere un primo in più o in meno perché si parte dal tratto sbagliato della scala; contare sempre dal grado intero.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1.7.5-52 (la distanza si misura sulla scala delle latitudini, alla stessa latitudine della zona), 1.7.2-37 (con il compasso aperto pari alla distanza), 1.7.5-53 (4′,4 di latitudine = 4,4 miglia), 1.7.5-32 (in un grado 60 miglia). La scala delle longitudini non va mai usata: sulla carta di Mercatore un primo di longitudine è più corto di un miglio. Le forchette ufficiali sulla distanza sono di solito ±0,3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1.7.1-42 → a) è nord se vediamo i valori di latitudine aumentare verso il Nord.; 1.7.5-52 → c) delle latitudini, alla stessa latitudine della zona dove è stata misurata la distanza tra due punti.; 1.7.5-53 → a) 4 miglia e 4 decimi di miglio.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Quiz 1.7.5-15, -16, -17 (V = S/T, S = V·T, T = S/V), -14 e -51 (il nodo è un miglio all'ora), -24 (12 miglia in 2 ore: 6 nodi), -61 (9 nodi per 20 minuti: 3 miglia), -43 e -69 (miglia percorse in una frazione d'ora). Conversioni: 6 minuti = 0,1 h, 12′ = 0,2 h, 20′ = 0,33 h, 40′ = 0,67 h, 45′ = 0,75 h. Mai sommare ore e minuti come decimali: 1,5 h sono 1 ora e 30 minuti, non 1 ora e 50. La forchetta sull'ora è di solito ±3 minuti, sulla velocità ±0,6 nodi.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risposte ufficiali del 4.1.1 comprendono sempre il 30% di riserva: per esempio esercizio 4.1.1-6, mezz'ora a 10 l/h = 5 litri, risposta 6,5 litri; esercizio 4.1.1-24, un'ora a 10 l/h, risposta 13 litri. Quando la traccia dà la velocità, il tempo è quello calcolato al quesito 2: un errore sulla distanza si porta dietro ora e carburante, per questo la distanza va misurata con cura. Attenzione al consumo: non è sempre 10 l/h (esercizio 4.1.1-19: 15 l/h).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1.7.5-43 → c) 7,50 miglia; 1.7.5-24 → b) 6 nodi.; 1.7.5-69 → a) 2,50 miglia.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L'ordine consigliato parte dalle coordinate perché non dipendono da nessun calcolo: sono due risposte su cinque, e con la distanza fanno già tre. Ora e carburante dipendono dalla distanza: un errore lì ne produce tre. Le forchette ufficiali accettano di solito ±0,3 miglia sulla distanza, ±3 minuti sull'ora, ±0,3′ sulle coordinate e qualche decimo di litro sul carburante.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Gli errori più frequenti nelle correzioni. Il più grave è la scala: sulla carta di Mercatore un primo di longitudine è più corto di un miglio (a 42° circa 0,74 miglia), quindi chi misura in basso trova distanze troppo corte. Secondo: confondere i decimi di primo con i secondi. Terzo: le ore decimali. Per esercitarsi: tutti i 50 esercizi dell'elenco 4.1.1 e le 10 prove simulate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4.1.1 - 1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4.1.1 - 1. Le coordinate e la distanza sono ricavate dal centro delle forchette ufficiali; all'esame basta stare dentro la forchetta. Il carburante comprende il 30% di riserva, come nelle risposte ufficiali. Settore Nord Ovest orizzontale; velocità data, si cerca l'ora di arrivo.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4.1.1 - 19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4.1.1 - 19. Le coordinate e la distanza sono ricavate dal centro delle forchette ufficiali; all'esame basta stare dentro la forchetta. Il carburante comprende il 30% di riserva, come nelle risposte ufficiali. Settore Nord Ovest verticale, da Pianosa all'Elba. Attenzione al consumo di 15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4.1.1 - 35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4.1.1 - 35. Le coordinate e la distanza sono ricavate dal centro delle forchette ufficiali; all'esame basta stare dentro la forchetta. Il carburante comprende il 30% di riserva, come nelle risposte ufficiali. Settore Sud Est; è dato l'orario di arrivo: il tempo è 1 ora e si cerca la velocità.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Esercizio ufficiale 4.1.1 - 6 dell'elenco 4.1.1 (DD 131/2022). In aula: gli allievi lo risolvono da soli sulla carta 5/D, poi si corregge con la slide successiva.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4.1.1 - 6. Le coordinate e la distanza sono ricavate dal centro delle forchette ufficiali; all'esame basta stare dentro la forchetta. Il carburante comprende il 30% di riserva, come nelle risposte ufficiali. Mezz'ora di navigazione: V = d ÷ 0,5, cioè la distanza per due; carburante 10 × 0,5 = 5 litri, più il 30%: 6,5 litri, come la risposta ufficiale.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Prova simulata come all'esame: cronometro a 20 minuti, carta 5/D, squadrette, compasso e calcolatrice. Si risponde ai 5 quesiti su un foglio; superata con almeno 4 risposte dentro la forchetta. Esercizio 4.1.1-40, settore Sud Est.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Soluzione dell'esercizio 4.1.1 - 40. Le coordinate e la distanza sono ricavate dal centro delle forchette ufficiali; all'esame basta stare dentro la forchetta. Il carburante comprende il 30% di riserva, come nelle risposte ufficiali. Più di 2 ore di moto: 9,6 ÷ 4,8 = 2 ore, arrivo alle 12:00; carburante 10 × 2 × 1,3 = 26 litri.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1.7.5-61 → c) 3 miglia.; 1.7.5-32 → a) 60 miglia.; 1.7.1-20 → b) 1852 metri.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1.7.5-66 → a) 3 miglia.; 1.7.5-51 → c) che in un'ora si percorrono 5 miglia.; 1.7.5-37 → a) 3 gradi di latitudine.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casa: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