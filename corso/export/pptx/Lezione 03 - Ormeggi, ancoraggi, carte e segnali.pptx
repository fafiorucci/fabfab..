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in 75 minuti, con 2 quiz di verifica alla fine di ogni paragrafo (3 nel capitolo 1, 3 nel capitolo 2): andare spediti sulle slide, il dettaglio è nelle note. Poi 45 minuti di raccolta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minuti, comprese 2 verifiche da 2 quiz (dopo gli ormeggi e dopo l'ancoraggio). Andare spediti. Altri quiz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1.4.4-13 → c) il cavo d'ormeggio che da prua o dalla poppa dell'imbarcazione corre sulla banchina verso il centro barca, essenziale nell'ormeggio "all'inglese".; 1.4.4-30 → b) attracco.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1.4.3-24 → a) sta arando.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argomenti, comprese 4 verifiche da 2 quiz: una slide per argomento, da scorrere con ritmo. Altri quiz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1.7.1-12 → b) la longitudine del punto.; 1.7.1-9 → b) alla lunghezza dell'arco di circolo massimo che corrisponde a 1' (un primo)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1.7.2-38 → b) fondale roccioso.; 1.7.8-6 → a) una pubblicazione che riporta ubicazione, descrizione e caratteristiche dei segnali luminosi e sonori delle coste del Mediterraneo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1.5.3-43 → a) rosso, forma cilindrica e miraglio cilindrico.; 1.5.3-71 → a) di passare a ovest del segnale (il pericolo è a 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1.7.2-11 → a) l'isogonia, perché conserva inalterati gli angoli formati da meridiani e paralleli.; 1.7.2-14 → b) no, è utilizzabile per pianificare una traversata oceanica.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quiz 1-6 sul capitolo 1 e 7-12 sul capitolo 2,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