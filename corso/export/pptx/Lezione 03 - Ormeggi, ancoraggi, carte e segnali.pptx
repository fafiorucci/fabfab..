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e poi 45 minuti di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minuti. I quiz di questo capitolo sono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dieci ancore più diffuse sulle unità da diporto. Quiz 1.4.3-6 (ombrello per battelli gonfiabili), -7 e -28 (grappino per piccole unità), -39 (Danforth ottima su sabbia e fango), -40 (CQR e Delta per tutti i fondali), -49 (Mantus e Ultra, tenuta dinamica, tutti i fondali), -52 (Rocna con roll-bar). Il quiz 1.4.3-8 sulla Bruce è oscurato. Le indicazioni sui fondali per ammiragliato, ombrello, grappino e Bruce sono di pratica marinara: la banca quiz non le chiede. Altri modelli (Spade, Fortress, Hall delle navi) non sono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argomenti: una slide per argomento, da scorrere con ritmo. I quiz di questo capitolo sono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quiz 1-6 sul capitolo 1 e 7-12 sul capitolo 2,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